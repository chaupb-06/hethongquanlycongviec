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112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dirty="0"/>
              <a:t>BÁO CÁO DỰ ÁN</a:t>
            </a:r>
          </a:p>
          <a:p>
            <a:r>
              <a:rPr dirty="0"/>
              <a:t>HỆ THỐNG QUẢN LÝ CÔNG VIỆC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3600" dirty="0" err="1"/>
              <a:t>Phạm</a:t>
            </a:r>
            <a:r>
              <a:rPr sz="3600" dirty="0"/>
              <a:t> </a:t>
            </a:r>
            <a:r>
              <a:rPr sz="3600" dirty="0" err="1"/>
              <a:t>Bảo</a:t>
            </a:r>
            <a:r>
              <a:rPr sz="3600" dirty="0"/>
              <a:t> </a:t>
            </a:r>
            <a:r>
              <a:rPr sz="3600" dirty="0" err="1"/>
              <a:t>Châu</a:t>
            </a:r>
            <a:endParaRPr sz="3600" dirty="0"/>
          </a:p>
          <a:p>
            <a:r>
              <a:rPr sz="3600" dirty="0"/>
              <a:t>Python • PyQt5 • PostgreSQL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 err="1"/>
              <a:t>Tên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lang="en-US" dirty="0" smtClean="0"/>
              <a:t>&amp;</a:t>
            </a:r>
            <a:r>
              <a:rPr dirty="0" smtClean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viên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744" y="1833239"/>
            <a:ext cx="7949953" cy="4525963"/>
          </a:xfrm>
        </p:spPr>
        <p:txBody>
          <a:bodyPr>
            <a:normAutofit/>
          </a:bodyPr>
          <a:lstStyle/>
          <a:p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: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việc</a:t>
            </a:r>
            <a:endParaRPr dirty="0"/>
          </a:p>
          <a:p>
            <a:r>
              <a:rPr lang="en-US" dirty="0" err="1" smtClean="0"/>
              <a:t>Họ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dirty="0" smtClean="0"/>
              <a:t>:</a:t>
            </a:r>
            <a:r>
              <a:rPr lang="en-US" dirty="0" smtClean="0"/>
              <a:t> </a:t>
            </a:r>
            <a:r>
              <a:rPr dirty="0" smtClean="0"/>
              <a:t> </a:t>
            </a:r>
            <a:r>
              <a:rPr dirty="0" err="1"/>
              <a:t>Phạm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 smtClean="0"/>
              <a:t>Châu</a:t>
            </a:r>
            <a:endParaRPr lang="en-US" dirty="0" smtClean="0"/>
          </a:p>
          <a:p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: B24DCVN015</a:t>
            </a:r>
          </a:p>
          <a:p>
            <a:r>
              <a:rPr lang="en-US" dirty="0" err="1" smtClean="0"/>
              <a:t>Lớp</a:t>
            </a:r>
            <a:r>
              <a:rPr lang="en-US" dirty="0" smtClean="0"/>
              <a:t>: D24CQVN01-B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Công</a:t>
            </a:r>
            <a:r>
              <a:rPr dirty="0" smtClean="0"/>
              <a:t> </a:t>
            </a:r>
            <a:r>
              <a:rPr dirty="0" err="1"/>
              <a:t>nghệ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2419" y="1875408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 err="1" smtClean="0"/>
              <a:t>Ngôn</a:t>
            </a:r>
            <a:r>
              <a:rPr lang="en-US" sz="2800" dirty="0" smtClean="0"/>
              <a:t> </a:t>
            </a:r>
            <a:r>
              <a:rPr lang="en-US" sz="2800" dirty="0" err="1" smtClean="0"/>
              <a:t>ngữ</a:t>
            </a:r>
            <a:r>
              <a:rPr lang="en-US" sz="2800" dirty="0" smtClean="0"/>
              <a:t> </a:t>
            </a:r>
            <a:r>
              <a:rPr lang="en-US" sz="2800" dirty="0" err="1" smtClean="0"/>
              <a:t>lập</a:t>
            </a:r>
            <a:r>
              <a:rPr lang="en-US" sz="2800" dirty="0" smtClean="0"/>
              <a:t> </a:t>
            </a:r>
            <a:r>
              <a:rPr lang="en-US" sz="2800" dirty="0" err="1" smtClean="0"/>
              <a:t>trình</a:t>
            </a:r>
            <a:r>
              <a:rPr lang="en-US" sz="2800" dirty="0" smtClean="0"/>
              <a:t>:  Python</a:t>
            </a:r>
            <a:endParaRPr sz="2800" dirty="0"/>
          </a:p>
          <a:p>
            <a:r>
              <a:rPr lang="en-US" sz="2800" dirty="0" err="1" smtClean="0"/>
              <a:t>Giao</a:t>
            </a:r>
            <a:r>
              <a:rPr lang="en-US" sz="2800" dirty="0" smtClean="0"/>
              <a:t> </a:t>
            </a:r>
            <a:r>
              <a:rPr lang="en-US" sz="2800" dirty="0" err="1" smtClean="0"/>
              <a:t>diện</a:t>
            </a:r>
            <a:r>
              <a:rPr lang="en-US" sz="2800" dirty="0" smtClean="0"/>
              <a:t>:  </a:t>
            </a:r>
            <a:r>
              <a:rPr sz="2800" dirty="0" smtClean="0"/>
              <a:t>PyQt5 </a:t>
            </a:r>
            <a:endParaRPr sz="2800" dirty="0"/>
          </a:p>
          <a:p>
            <a:r>
              <a:rPr lang="en-US" sz="2800" dirty="0" err="1" smtClean="0"/>
              <a:t>Lưu</a:t>
            </a:r>
            <a:r>
              <a:rPr lang="en-US" sz="2800" dirty="0" smtClean="0"/>
              <a:t> </a:t>
            </a:r>
            <a:r>
              <a:rPr lang="en-US" sz="2800" dirty="0" err="1" smtClean="0"/>
              <a:t>trữ</a:t>
            </a:r>
            <a:r>
              <a:rPr lang="en-US" sz="2800" dirty="0" smtClean="0"/>
              <a:t> database:  </a:t>
            </a:r>
            <a:r>
              <a:rPr sz="2800" dirty="0" smtClean="0"/>
              <a:t>PostgreSQL</a:t>
            </a:r>
            <a:endParaRPr sz="2800" dirty="0"/>
          </a:p>
          <a:p>
            <a:r>
              <a:rPr lang="en-US" sz="2800" dirty="0" err="1" smtClean="0"/>
              <a:t>Xử</a:t>
            </a:r>
            <a:r>
              <a:rPr lang="en-US" sz="2800" dirty="0" smtClean="0"/>
              <a:t> </a:t>
            </a:r>
            <a:r>
              <a:rPr lang="en-US" sz="2800" dirty="0" err="1" smtClean="0"/>
              <a:t>lý</a:t>
            </a:r>
            <a:r>
              <a:rPr lang="en-US" sz="2800" dirty="0" smtClean="0"/>
              <a:t> </a:t>
            </a:r>
            <a:r>
              <a:rPr lang="en-US" sz="2800" dirty="0" err="1" smtClean="0"/>
              <a:t>dữ</a:t>
            </a:r>
            <a:r>
              <a:rPr lang="en-US" sz="2800" dirty="0" smtClean="0"/>
              <a:t> </a:t>
            </a:r>
            <a:r>
              <a:rPr lang="en-US" sz="2800" dirty="0" err="1" smtClean="0"/>
              <a:t>liệu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xuất</a:t>
            </a:r>
            <a:r>
              <a:rPr lang="en-US" sz="2800" dirty="0" smtClean="0"/>
              <a:t> file excel:  </a:t>
            </a:r>
            <a:r>
              <a:rPr sz="2800" dirty="0" smtClean="0"/>
              <a:t>Pandas </a:t>
            </a:r>
            <a:endParaRPr sz="2800" dirty="0"/>
          </a:p>
          <a:p>
            <a:r>
              <a:rPr sz="2800" dirty="0"/>
              <a:t>VS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Quản</a:t>
            </a:r>
            <a:r>
              <a:rPr dirty="0" smtClean="0"/>
              <a:t> </a:t>
            </a:r>
            <a:r>
              <a:rPr dirty="0" err="1"/>
              <a:t>lý</a:t>
            </a:r>
            <a:r>
              <a:rPr dirty="0"/>
              <a:t> file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8132" y="2061839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main.py → </a:t>
            </a:r>
            <a:r>
              <a:rPr lang="en-US" sz="2800" dirty="0" err="1" smtClean="0"/>
              <a:t>xử</a:t>
            </a:r>
            <a:r>
              <a:rPr lang="en-US" sz="2800" dirty="0" smtClean="0"/>
              <a:t> </a:t>
            </a:r>
            <a:r>
              <a:rPr lang="en-US" sz="2800" dirty="0" err="1" smtClean="0"/>
              <a:t>lý</a:t>
            </a:r>
            <a:r>
              <a:rPr lang="en-US" sz="2800" dirty="0" smtClean="0"/>
              <a:t> logic &amp; </a:t>
            </a:r>
            <a:r>
              <a:rPr lang="en-US" sz="2800" dirty="0" err="1" smtClean="0"/>
              <a:t>các</a:t>
            </a:r>
            <a:r>
              <a:rPr sz="2800" dirty="0" smtClean="0"/>
              <a:t> </a:t>
            </a:r>
            <a:r>
              <a:rPr sz="2800" dirty="0" err="1"/>
              <a:t>sự</a:t>
            </a:r>
            <a:r>
              <a:rPr sz="2800" dirty="0"/>
              <a:t> </a:t>
            </a:r>
            <a:r>
              <a:rPr sz="2800" dirty="0" err="1"/>
              <a:t>kiện</a:t>
            </a:r>
            <a:endParaRPr sz="2800" dirty="0"/>
          </a:p>
          <a:p>
            <a:r>
              <a:rPr sz="2800" dirty="0"/>
              <a:t>database.py → </a:t>
            </a:r>
            <a:r>
              <a:rPr sz="2800" dirty="0" err="1"/>
              <a:t>kết</a:t>
            </a:r>
            <a:r>
              <a:rPr sz="2800" dirty="0"/>
              <a:t> </a:t>
            </a:r>
            <a:r>
              <a:rPr sz="2800" dirty="0" err="1"/>
              <a:t>nối</a:t>
            </a:r>
            <a:r>
              <a:rPr sz="2800" dirty="0"/>
              <a:t> &amp; </a:t>
            </a:r>
            <a:r>
              <a:rPr sz="2800" dirty="0" err="1"/>
              <a:t>truy</a:t>
            </a:r>
            <a:r>
              <a:rPr sz="2800" dirty="0"/>
              <a:t> </a:t>
            </a:r>
            <a:r>
              <a:rPr sz="2800" dirty="0" err="1"/>
              <a:t>vấn</a:t>
            </a:r>
            <a:r>
              <a:rPr sz="2800" dirty="0"/>
              <a:t> </a:t>
            </a:r>
            <a:r>
              <a:rPr sz="2800" dirty="0" err="1"/>
              <a:t>dữ</a:t>
            </a:r>
            <a:r>
              <a:rPr sz="2800" dirty="0"/>
              <a:t> </a:t>
            </a:r>
            <a:r>
              <a:rPr sz="2800" dirty="0" err="1"/>
              <a:t>liệu</a:t>
            </a:r>
            <a:endParaRPr sz="2800" dirty="0"/>
          </a:p>
          <a:p>
            <a:r>
              <a:rPr sz="2800" dirty="0" err="1"/>
              <a:t>main_window.ui</a:t>
            </a:r>
            <a:r>
              <a:rPr sz="2800" dirty="0"/>
              <a:t> → </a:t>
            </a:r>
            <a:r>
              <a:rPr sz="2800" dirty="0" err="1"/>
              <a:t>thiết</a:t>
            </a:r>
            <a:r>
              <a:rPr sz="2800" dirty="0"/>
              <a:t> </a:t>
            </a:r>
            <a:r>
              <a:rPr sz="2800" dirty="0" err="1"/>
              <a:t>kế</a:t>
            </a:r>
            <a:r>
              <a:rPr sz="2800" dirty="0"/>
              <a:t> </a:t>
            </a:r>
            <a:r>
              <a:rPr sz="2800" dirty="0" err="1"/>
              <a:t>giao</a:t>
            </a:r>
            <a:r>
              <a:rPr sz="2800" dirty="0"/>
              <a:t> </a:t>
            </a:r>
            <a:r>
              <a:rPr sz="2800" dirty="0" err="1"/>
              <a:t>diện</a:t>
            </a:r>
            <a:endParaRPr sz="2800" dirty="0"/>
          </a:p>
          <a:p>
            <a:r>
              <a:rPr sz="2800" dirty="0"/>
              <a:t>Bao_Cao_Cong_Viec.xlsx → </a:t>
            </a:r>
            <a:r>
              <a:rPr sz="2800" dirty="0" err="1"/>
              <a:t>báo</a:t>
            </a:r>
            <a:r>
              <a:rPr sz="2800" dirty="0"/>
              <a:t> </a:t>
            </a:r>
            <a:r>
              <a:rPr sz="2800" dirty="0" err="1"/>
              <a:t>cáo</a:t>
            </a:r>
            <a:r>
              <a:rPr sz="2800" dirty="0"/>
              <a:t> </a:t>
            </a:r>
            <a:r>
              <a:rPr sz="2800" dirty="0" err="1"/>
              <a:t>xuất</a:t>
            </a:r>
            <a:r>
              <a:rPr sz="2800" dirty="0"/>
              <a:t>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Các</a:t>
            </a:r>
            <a:r>
              <a:rPr dirty="0" smtClean="0"/>
              <a:t> </a:t>
            </a:r>
            <a:r>
              <a:rPr dirty="0"/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3340" y="2017451"/>
            <a:ext cx="8229600" cy="4525963"/>
          </a:xfrm>
        </p:spPr>
        <p:txBody>
          <a:bodyPr>
            <a:normAutofit/>
          </a:bodyPr>
          <a:lstStyle/>
          <a:p>
            <a:r>
              <a:rPr sz="2800" dirty="0" err="1"/>
              <a:t>Thêm</a:t>
            </a:r>
            <a:r>
              <a:rPr sz="2800" dirty="0"/>
              <a:t> / </a:t>
            </a:r>
            <a:r>
              <a:rPr sz="2800" dirty="0" err="1"/>
              <a:t>sửa</a:t>
            </a:r>
            <a:r>
              <a:rPr sz="2800" dirty="0"/>
              <a:t> / </a:t>
            </a:r>
            <a:r>
              <a:rPr sz="2800" dirty="0" err="1"/>
              <a:t>xóa</a:t>
            </a:r>
            <a:r>
              <a:rPr sz="2800" dirty="0"/>
              <a:t> </a:t>
            </a:r>
            <a:r>
              <a:rPr sz="2800" dirty="0" err="1"/>
              <a:t>công</a:t>
            </a:r>
            <a:r>
              <a:rPr sz="2800" dirty="0"/>
              <a:t> </a:t>
            </a:r>
            <a:r>
              <a:rPr sz="2800" dirty="0" err="1"/>
              <a:t>việc</a:t>
            </a:r>
            <a:endParaRPr sz="2800" dirty="0"/>
          </a:p>
          <a:p>
            <a:r>
              <a:rPr sz="2800" dirty="0" err="1"/>
              <a:t>Tìm</a:t>
            </a:r>
            <a:r>
              <a:rPr sz="2800" dirty="0"/>
              <a:t> </a:t>
            </a:r>
            <a:r>
              <a:rPr sz="2800" dirty="0" err="1"/>
              <a:t>kiếm</a:t>
            </a:r>
            <a:r>
              <a:rPr sz="2800" dirty="0"/>
              <a:t> </a:t>
            </a:r>
            <a:r>
              <a:rPr sz="2800" dirty="0" err="1"/>
              <a:t>công</a:t>
            </a:r>
            <a:r>
              <a:rPr sz="2800" dirty="0"/>
              <a:t> </a:t>
            </a:r>
            <a:r>
              <a:rPr sz="2800" dirty="0" err="1"/>
              <a:t>việc</a:t>
            </a:r>
            <a:endParaRPr sz="2800" dirty="0"/>
          </a:p>
          <a:p>
            <a:r>
              <a:rPr sz="2800" dirty="0" err="1"/>
              <a:t>Sắp</a:t>
            </a:r>
            <a:r>
              <a:rPr sz="2800" dirty="0"/>
              <a:t> </a:t>
            </a:r>
            <a:r>
              <a:rPr sz="2800" dirty="0" err="1"/>
              <a:t>xếp</a:t>
            </a:r>
            <a:r>
              <a:rPr sz="2800" dirty="0"/>
              <a:t> </a:t>
            </a:r>
            <a:r>
              <a:rPr sz="2800" dirty="0" err="1"/>
              <a:t>theo</a:t>
            </a:r>
            <a:r>
              <a:rPr sz="2800" dirty="0"/>
              <a:t> ID, </a:t>
            </a:r>
            <a:r>
              <a:rPr sz="2800" dirty="0" err="1"/>
              <a:t>danh</a:t>
            </a:r>
            <a:r>
              <a:rPr sz="2800" dirty="0"/>
              <a:t> </a:t>
            </a:r>
            <a:r>
              <a:rPr sz="2800" dirty="0" err="1"/>
              <a:t>mục</a:t>
            </a:r>
            <a:r>
              <a:rPr sz="2800" dirty="0"/>
              <a:t>, </a:t>
            </a:r>
            <a:r>
              <a:rPr sz="2800" dirty="0" err="1"/>
              <a:t>hạn</a:t>
            </a:r>
            <a:r>
              <a:rPr sz="2800" dirty="0"/>
              <a:t> </a:t>
            </a:r>
            <a:r>
              <a:rPr sz="2800" dirty="0" err="1"/>
              <a:t>chót</a:t>
            </a:r>
            <a:endParaRPr sz="2800" dirty="0"/>
          </a:p>
          <a:p>
            <a:r>
              <a:rPr sz="2800" dirty="0" err="1"/>
              <a:t>Xuất</a:t>
            </a:r>
            <a:r>
              <a:rPr sz="2800" dirty="0"/>
              <a:t> </a:t>
            </a:r>
            <a:r>
              <a:rPr sz="2800" dirty="0" err="1"/>
              <a:t>báo</a:t>
            </a:r>
            <a:r>
              <a:rPr sz="2800" dirty="0"/>
              <a:t> </a:t>
            </a:r>
            <a:r>
              <a:rPr sz="2800" dirty="0" err="1"/>
              <a:t>cáo</a:t>
            </a:r>
            <a:r>
              <a:rPr sz="2800" dirty="0"/>
              <a:t> Excel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Khó</a:t>
            </a:r>
            <a:r>
              <a:rPr dirty="0" smtClean="0"/>
              <a:t> </a:t>
            </a:r>
            <a:r>
              <a:rPr dirty="0" err="1"/>
              <a:t>khăn</a:t>
            </a:r>
            <a:r>
              <a:rPr dirty="0"/>
              <a:t> &amp;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khắc</a:t>
            </a:r>
            <a:r>
              <a:rPr dirty="0"/>
              <a:t> </a:t>
            </a:r>
            <a:r>
              <a:rPr dirty="0" err="1"/>
              <a:t>phục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3895" y="2257146"/>
            <a:ext cx="8229600" cy="4525963"/>
          </a:xfrm>
        </p:spPr>
        <p:txBody>
          <a:bodyPr>
            <a:normAutofit/>
          </a:bodyPr>
          <a:lstStyle/>
          <a:p>
            <a:r>
              <a:rPr sz="2800" dirty="0" err="1"/>
              <a:t>Khó</a:t>
            </a:r>
            <a:r>
              <a:rPr sz="2800" dirty="0"/>
              <a:t> </a:t>
            </a:r>
            <a:r>
              <a:rPr sz="2800" dirty="0" err="1"/>
              <a:t>thiết</a:t>
            </a:r>
            <a:r>
              <a:rPr sz="2800" dirty="0"/>
              <a:t> </a:t>
            </a:r>
            <a:r>
              <a:rPr sz="2800" dirty="0" err="1"/>
              <a:t>kế</a:t>
            </a:r>
            <a:r>
              <a:rPr sz="2800" dirty="0"/>
              <a:t> UI </a:t>
            </a:r>
            <a:r>
              <a:rPr sz="2800" dirty="0" err="1"/>
              <a:t>đồng</a:t>
            </a:r>
            <a:r>
              <a:rPr sz="2800" dirty="0"/>
              <a:t> </a:t>
            </a:r>
            <a:r>
              <a:rPr sz="2800" dirty="0" err="1"/>
              <a:t>bộ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dễ</a:t>
            </a:r>
            <a:r>
              <a:rPr sz="2800" dirty="0"/>
              <a:t> </a:t>
            </a:r>
            <a:r>
              <a:rPr sz="2800" dirty="0" err="1"/>
              <a:t>nhìn</a:t>
            </a:r>
            <a:endParaRPr sz="2800" dirty="0"/>
          </a:p>
          <a:p>
            <a:r>
              <a:rPr sz="2800" dirty="0" err="1"/>
              <a:t>Mất</a:t>
            </a:r>
            <a:r>
              <a:rPr sz="2800" dirty="0"/>
              <a:t> </a:t>
            </a:r>
            <a:r>
              <a:rPr sz="2800" dirty="0" err="1"/>
              <a:t>thời</a:t>
            </a:r>
            <a:r>
              <a:rPr sz="2800" dirty="0"/>
              <a:t> </a:t>
            </a:r>
            <a:r>
              <a:rPr sz="2800" dirty="0" err="1"/>
              <a:t>gian</a:t>
            </a:r>
            <a:r>
              <a:rPr sz="2800" dirty="0"/>
              <a:t> </a:t>
            </a:r>
            <a:r>
              <a:rPr sz="2800" dirty="0" err="1"/>
              <a:t>xử</a:t>
            </a:r>
            <a:r>
              <a:rPr sz="2800" dirty="0"/>
              <a:t> </a:t>
            </a:r>
            <a:r>
              <a:rPr sz="2800" dirty="0" err="1"/>
              <a:t>lý</a:t>
            </a:r>
            <a:r>
              <a:rPr sz="2800" dirty="0"/>
              <a:t> </a:t>
            </a:r>
            <a:r>
              <a:rPr sz="2800" dirty="0" err="1"/>
              <a:t>kết</a:t>
            </a:r>
            <a:r>
              <a:rPr sz="2800" dirty="0"/>
              <a:t> </a:t>
            </a:r>
            <a:r>
              <a:rPr sz="2800" dirty="0" err="1"/>
              <a:t>nối</a:t>
            </a:r>
            <a:r>
              <a:rPr sz="2800" dirty="0"/>
              <a:t> PostgreSQL</a:t>
            </a:r>
          </a:p>
          <a:p>
            <a:r>
              <a:rPr lang="en-US" sz="2800" dirty="0" err="1" smtClean="0"/>
              <a:t>Khắc</a:t>
            </a:r>
            <a:r>
              <a:rPr lang="en-US" sz="2800" dirty="0" smtClean="0"/>
              <a:t> </a:t>
            </a:r>
            <a:r>
              <a:rPr lang="en-US" sz="2800" dirty="0" err="1" smtClean="0"/>
              <a:t>phục</a:t>
            </a:r>
            <a:r>
              <a:rPr lang="en-US" sz="2800" dirty="0" smtClean="0"/>
              <a:t> </a:t>
            </a:r>
            <a:r>
              <a:rPr lang="en-US" sz="2800" dirty="0" err="1" smtClean="0"/>
              <a:t>bằng</a:t>
            </a:r>
            <a:r>
              <a:rPr lang="en-US" sz="2800" dirty="0" smtClean="0"/>
              <a:t> </a:t>
            </a:r>
            <a:r>
              <a:rPr lang="en-US" sz="2800" dirty="0" err="1" smtClean="0"/>
              <a:t>cách</a:t>
            </a:r>
            <a:r>
              <a:rPr lang="en-US" sz="2800" dirty="0" smtClean="0"/>
              <a:t> </a:t>
            </a:r>
            <a:r>
              <a:rPr lang="en-US" sz="2800" dirty="0" err="1" smtClean="0"/>
              <a:t>đọc</a:t>
            </a:r>
            <a:r>
              <a:rPr lang="en-US" sz="2800" dirty="0" smtClean="0"/>
              <a:t> </a:t>
            </a:r>
            <a:r>
              <a:rPr lang="en-US" sz="2800" dirty="0" err="1" smtClean="0"/>
              <a:t>thêm</a:t>
            </a:r>
            <a:r>
              <a:rPr lang="en-US" sz="2800" dirty="0" smtClean="0"/>
              <a:t> </a:t>
            </a:r>
            <a:r>
              <a:rPr lang="en-US" sz="2800" dirty="0" err="1" smtClean="0"/>
              <a:t>về</a:t>
            </a:r>
            <a:r>
              <a:rPr lang="en-US" sz="2800" dirty="0" smtClean="0"/>
              <a:t> PyQt5 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Định</a:t>
            </a:r>
            <a:r>
              <a:rPr dirty="0" smtClean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8649" y="2046303"/>
            <a:ext cx="8229600" cy="4525963"/>
          </a:xfrm>
        </p:spPr>
        <p:txBody>
          <a:bodyPr>
            <a:normAutofit/>
          </a:bodyPr>
          <a:lstStyle/>
          <a:p>
            <a:r>
              <a:rPr sz="2800" dirty="0" err="1"/>
              <a:t>Đăng</a:t>
            </a:r>
            <a:r>
              <a:rPr sz="2800" dirty="0"/>
              <a:t> </a:t>
            </a:r>
            <a:r>
              <a:rPr sz="2800" dirty="0" err="1"/>
              <a:t>nhập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phân</a:t>
            </a:r>
            <a:r>
              <a:rPr sz="2800" dirty="0"/>
              <a:t> </a:t>
            </a:r>
            <a:r>
              <a:rPr sz="2800" dirty="0" err="1"/>
              <a:t>quyền</a:t>
            </a:r>
            <a:endParaRPr sz="2800" dirty="0"/>
          </a:p>
          <a:p>
            <a:r>
              <a:rPr sz="2800" dirty="0" err="1"/>
              <a:t>Thống</a:t>
            </a:r>
            <a:r>
              <a:rPr sz="2800" dirty="0"/>
              <a:t> </a:t>
            </a:r>
            <a:r>
              <a:rPr sz="2800" dirty="0" err="1"/>
              <a:t>kê</a:t>
            </a:r>
            <a:r>
              <a:rPr sz="2800" dirty="0"/>
              <a:t> </a:t>
            </a:r>
            <a:r>
              <a:rPr sz="2800" dirty="0" err="1"/>
              <a:t>biểu</a:t>
            </a:r>
            <a:r>
              <a:rPr sz="2800" dirty="0"/>
              <a:t> </a:t>
            </a:r>
            <a:r>
              <a:rPr sz="2800" dirty="0" err="1"/>
              <a:t>đồ</a:t>
            </a:r>
            <a:r>
              <a:rPr sz="2800" dirty="0"/>
              <a:t> </a:t>
            </a:r>
            <a:r>
              <a:rPr sz="2800" dirty="0" err="1"/>
              <a:t>tiến</a:t>
            </a:r>
            <a:r>
              <a:rPr sz="2800" dirty="0"/>
              <a:t> </a:t>
            </a:r>
            <a:r>
              <a:rPr sz="2800" dirty="0" err="1"/>
              <a:t>độ</a:t>
            </a:r>
            <a:endParaRPr sz="2800" dirty="0"/>
          </a:p>
          <a:p>
            <a:r>
              <a:rPr sz="2800" dirty="0" err="1"/>
              <a:t>Tô</a:t>
            </a:r>
            <a:r>
              <a:rPr sz="2800" dirty="0"/>
              <a:t> </a:t>
            </a:r>
            <a:r>
              <a:rPr sz="2800" dirty="0" err="1"/>
              <a:t>màu</a:t>
            </a:r>
            <a:r>
              <a:rPr sz="2800" dirty="0"/>
              <a:t> task </a:t>
            </a:r>
            <a:r>
              <a:rPr sz="2800" dirty="0" err="1"/>
              <a:t>quá</a:t>
            </a:r>
            <a:r>
              <a:rPr sz="2800" dirty="0"/>
              <a:t> </a:t>
            </a:r>
            <a:r>
              <a:rPr sz="2800" dirty="0" err="1"/>
              <a:t>hạn</a:t>
            </a:r>
            <a:endParaRPr sz="2800" dirty="0"/>
          </a:p>
          <a:p>
            <a:r>
              <a:rPr sz="2800" dirty="0" err="1"/>
              <a:t>Gửi</a:t>
            </a:r>
            <a:r>
              <a:rPr sz="2800" dirty="0"/>
              <a:t> </a:t>
            </a:r>
            <a:r>
              <a:rPr sz="2800" dirty="0" err="1"/>
              <a:t>nhắc</a:t>
            </a:r>
            <a:r>
              <a:rPr sz="2800" dirty="0"/>
              <a:t> deadline qua email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198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BÁO CÁO DỰ ÁN HỆ THỐNG QUẢN LÝ CÔNG VIỆC</vt:lpstr>
      <vt:lpstr> Tên đề tài &amp; Thành viên</vt:lpstr>
      <vt:lpstr>Công nghệ sử dụng</vt:lpstr>
      <vt:lpstr>Quản lý file dự án</vt:lpstr>
      <vt:lpstr>Các Use Case</vt:lpstr>
      <vt:lpstr>Khó khăn &amp; cách khắc phục</vt:lpstr>
      <vt:lpstr>Định hướng phát triển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DỰ ÁN HỆ THỐNG QUẢN LÝ CÔNG VIỆC</dc:title>
  <dc:subject/>
  <dc:creator>DELL</dc:creator>
  <cp:keywords/>
  <dc:description>generated using python-pptx</dc:description>
  <cp:lastModifiedBy>DELL</cp:lastModifiedBy>
  <cp:revision>7</cp:revision>
  <dcterms:created xsi:type="dcterms:W3CDTF">2013-01-27T09:14:16Z</dcterms:created>
  <dcterms:modified xsi:type="dcterms:W3CDTF">2026-04-09T04:22:24Z</dcterms:modified>
  <cp:category/>
</cp:coreProperties>
</file>